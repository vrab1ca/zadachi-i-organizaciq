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5" r:id="rId1"/>
    <p:sldMasterId id="2147483696" r:id="rId2"/>
    <p:sldMasterId id="2147483697" r:id="rId3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3"/>
    </p:embeddedFont>
    <p:embeddedFont>
      <p:font typeface="Comfortaa" panose="020B0604020202020204" charset="0"/>
      <p:regular r:id="rId14"/>
      <p:bold r:id="rId15"/>
    </p:embeddedFont>
    <p:embeddedFont>
      <p:font typeface="Comfortaa Medium" panose="020B0604020202020204" charset="0"/>
      <p:regular r:id="rId16"/>
      <p:bold r:id="rId17"/>
    </p:embeddedFont>
    <p:embeddedFont>
      <p:font typeface="Impact" panose="020B0806030902050204" pitchFamily="34" charset="0"/>
      <p:regular r:id="rId18"/>
    </p:embeddedFon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Nunito Light" pitchFamily="2" charset="0"/>
      <p:regular r:id="rId23"/>
    </p:embeddedFont>
    <p:embeddedFont>
      <p:font typeface="Proxima Nova" panose="020B0604020202020204" charset="0"/>
      <p:regular r:id="rId24"/>
      <p:bold r:id="rId25"/>
      <p:italic r:id="rId26"/>
      <p:boldItalic r:id="rId27"/>
    </p:embeddedFont>
    <p:embeddedFont>
      <p:font typeface="PT Sans" panose="020B050302020302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9.fntdata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12.fntdata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7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6d81590627_0_4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6d81590627_0_4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6d81590627_0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6d81590627_0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No consigo hacer update in theme, no se que me pasa con esta slide en todas las present :S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6d81590627_0_6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6d81590627_0_6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6d81590627_0_9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6d81590627_0_9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6d81590627_0_1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6d81590627_0_1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6d81590627_0_1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6d81590627_0_1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6d81590627_0_16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6d81590627_0_16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6d81590627_0_19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6d81590627_0_19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1164450" y="1264225"/>
            <a:ext cx="6815100" cy="19272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2220750" y="3232150"/>
            <a:ext cx="4702500" cy="475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634800" y="2437200"/>
            <a:ext cx="6540000" cy="12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title" idx="2" hasCustomPrompt="1"/>
          </p:nvPr>
        </p:nvSpPr>
        <p:spPr>
          <a:xfrm>
            <a:off x="1264400" y="661125"/>
            <a:ext cx="1652100" cy="1511400"/>
          </a:xfrm>
          <a:prstGeom prst="rect">
            <a:avLst/>
          </a:prstGeom>
          <a:solidFill>
            <a:srgbClr val="072C4E">
              <a:alpha val="8631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9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1" name="Google Shape;61;p15"/>
          <p:cNvSpPr txBox="1">
            <a:spLocks noGrp="1"/>
          </p:cNvSpPr>
          <p:nvPr>
            <p:ph type="subTitle" idx="1"/>
          </p:nvPr>
        </p:nvSpPr>
        <p:spPr>
          <a:xfrm>
            <a:off x="1754525" y="3682800"/>
            <a:ext cx="4863900" cy="464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6"/>
          <p:cNvSpPr/>
          <p:nvPr/>
        </p:nvSpPr>
        <p:spPr>
          <a:xfrm>
            <a:off x="565700" y="387300"/>
            <a:ext cx="8123400" cy="4368900"/>
          </a:xfrm>
          <a:prstGeom prst="rect">
            <a:avLst/>
          </a:prstGeom>
          <a:solidFill>
            <a:srgbClr val="072C4E">
              <a:alpha val="91020"/>
            </a:srgbClr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4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7"/>
          <p:cNvSpPr/>
          <p:nvPr/>
        </p:nvSpPr>
        <p:spPr>
          <a:xfrm>
            <a:off x="565700" y="387300"/>
            <a:ext cx="8123400" cy="4368900"/>
          </a:xfrm>
          <a:prstGeom prst="rect">
            <a:avLst/>
          </a:prstGeom>
          <a:solidFill>
            <a:srgbClr val="072C4E">
              <a:alpha val="91020"/>
            </a:srgbClr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ubTitle" idx="1"/>
          </p:nvPr>
        </p:nvSpPr>
        <p:spPr>
          <a:xfrm>
            <a:off x="5055197" y="3538103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subTitle" idx="2"/>
          </p:nvPr>
        </p:nvSpPr>
        <p:spPr>
          <a:xfrm>
            <a:off x="1583213" y="3538103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ubTitle" idx="3"/>
          </p:nvPr>
        </p:nvSpPr>
        <p:spPr>
          <a:xfrm>
            <a:off x="5055275" y="30936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ubTitle" idx="4"/>
          </p:nvPr>
        </p:nvSpPr>
        <p:spPr>
          <a:xfrm>
            <a:off x="1583075" y="30936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8"/>
          <p:cNvSpPr/>
          <p:nvPr/>
        </p:nvSpPr>
        <p:spPr>
          <a:xfrm>
            <a:off x="565700" y="387300"/>
            <a:ext cx="8123400" cy="4368900"/>
          </a:xfrm>
          <a:prstGeom prst="rect">
            <a:avLst/>
          </a:prstGeom>
          <a:solidFill>
            <a:srgbClr val="072C4E">
              <a:alpha val="91020"/>
            </a:srgbClr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9"/>
          <p:cNvSpPr/>
          <p:nvPr/>
        </p:nvSpPr>
        <p:spPr>
          <a:xfrm>
            <a:off x="565700" y="387300"/>
            <a:ext cx="8123400" cy="4368900"/>
          </a:xfrm>
          <a:prstGeom prst="rect">
            <a:avLst/>
          </a:prstGeom>
          <a:solidFill>
            <a:srgbClr val="072C4E">
              <a:alpha val="91020"/>
            </a:srgbClr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ubTitle" idx="1"/>
          </p:nvPr>
        </p:nvSpPr>
        <p:spPr>
          <a:xfrm>
            <a:off x="948600" y="170030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0"/>
          <p:cNvSpPr txBox="1">
            <a:spLocks noGrp="1"/>
          </p:cNvSpPr>
          <p:nvPr>
            <p:ph type="title"/>
          </p:nvPr>
        </p:nvSpPr>
        <p:spPr>
          <a:xfrm>
            <a:off x="1534350" y="1307100"/>
            <a:ext cx="60753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900" b="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1"/>
          <p:cNvSpPr txBox="1">
            <a:spLocks noGrp="1"/>
          </p:cNvSpPr>
          <p:nvPr>
            <p:ph type="title"/>
          </p:nvPr>
        </p:nvSpPr>
        <p:spPr>
          <a:xfrm>
            <a:off x="2135550" y="10367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9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ubTitle" idx="1"/>
          </p:nvPr>
        </p:nvSpPr>
        <p:spPr>
          <a:xfrm>
            <a:off x="2135550" y="3001100"/>
            <a:ext cx="4872900" cy="671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>
            <a:spLocks noGrp="1"/>
          </p:cNvSpPr>
          <p:nvPr>
            <p:ph type="title"/>
          </p:nvPr>
        </p:nvSpPr>
        <p:spPr>
          <a:xfrm>
            <a:off x="1239900" y="4040000"/>
            <a:ext cx="6664200" cy="5640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3"/>
          <p:cNvSpPr txBox="1">
            <a:spLocks noGrp="1"/>
          </p:cNvSpPr>
          <p:nvPr>
            <p:ph type="title" hasCustomPrompt="1"/>
          </p:nvPr>
        </p:nvSpPr>
        <p:spPr>
          <a:xfrm>
            <a:off x="1284000" y="1339825"/>
            <a:ext cx="6576000" cy="171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3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6" name="Google Shape;96;p23"/>
          <p:cNvSpPr txBox="1">
            <a:spLocks noGrp="1"/>
          </p:cNvSpPr>
          <p:nvPr>
            <p:ph type="subTitle" idx="1"/>
          </p:nvPr>
        </p:nvSpPr>
        <p:spPr>
          <a:xfrm>
            <a:off x="1988250" y="3056375"/>
            <a:ext cx="5167500" cy="409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>
            <a:spLocks noGrp="1"/>
          </p:cNvSpPr>
          <p:nvPr>
            <p:ph type="title"/>
          </p:nvPr>
        </p:nvSpPr>
        <p:spPr>
          <a:xfrm>
            <a:off x="1634800" y="2437200"/>
            <a:ext cx="6540000" cy="12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title" idx="2" hasCustomPrompt="1"/>
          </p:nvPr>
        </p:nvSpPr>
        <p:spPr>
          <a:xfrm>
            <a:off x="6522700" y="676775"/>
            <a:ext cx="1652100" cy="1511400"/>
          </a:xfrm>
          <a:prstGeom prst="rect">
            <a:avLst/>
          </a:prstGeom>
          <a:solidFill>
            <a:srgbClr val="072C4E">
              <a:alpha val="8631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9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25"/>
          <p:cNvSpPr txBox="1">
            <a:spLocks noGrp="1"/>
          </p:cNvSpPr>
          <p:nvPr>
            <p:ph type="subTitle" idx="1"/>
          </p:nvPr>
        </p:nvSpPr>
        <p:spPr>
          <a:xfrm>
            <a:off x="2973725" y="3682800"/>
            <a:ext cx="4863900" cy="464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2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6"/>
          <p:cNvSpPr txBox="1">
            <a:spLocks noGrp="1"/>
          </p:cNvSpPr>
          <p:nvPr>
            <p:ph type="title"/>
          </p:nvPr>
        </p:nvSpPr>
        <p:spPr>
          <a:xfrm>
            <a:off x="1634800" y="2437200"/>
            <a:ext cx="6540000" cy="12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title" idx="2" hasCustomPrompt="1"/>
          </p:nvPr>
        </p:nvSpPr>
        <p:spPr>
          <a:xfrm>
            <a:off x="1258150" y="653300"/>
            <a:ext cx="1652100" cy="1511400"/>
          </a:xfrm>
          <a:prstGeom prst="rect">
            <a:avLst/>
          </a:prstGeom>
          <a:solidFill>
            <a:srgbClr val="072C4E">
              <a:alpha val="8631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9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1754525" y="3682800"/>
            <a:ext cx="4863900" cy="4641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7"/>
          <p:cNvSpPr/>
          <p:nvPr/>
        </p:nvSpPr>
        <p:spPr>
          <a:xfrm>
            <a:off x="565700" y="387300"/>
            <a:ext cx="8123400" cy="4368900"/>
          </a:xfrm>
          <a:prstGeom prst="rect">
            <a:avLst/>
          </a:prstGeom>
          <a:solidFill>
            <a:srgbClr val="072C4E">
              <a:alpha val="91020"/>
            </a:srgbClr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7"/>
          <p:cNvSpPr txBox="1">
            <a:spLocks noGrp="1"/>
          </p:cNvSpPr>
          <p:nvPr>
            <p:ph type="subTitle" idx="1"/>
          </p:nvPr>
        </p:nvSpPr>
        <p:spPr>
          <a:xfrm>
            <a:off x="720000" y="22091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subTitle" idx="2"/>
          </p:nvPr>
        </p:nvSpPr>
        <p:spPr>
          <a:xfrm>
            <a:off x="3419271" y="22091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subTitle" idx="3"/>
          </p:nvPr>
        </p:nvSpPr>
        <p:spPr>
          <a:xfrm>
            <a:off x="720000" y="39423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7"/>
          <p:cNvSpPr txBox="1">
            <a:spLocks noGrp="1"/>
          </p:cNvSpPr>
          <p:nvPr>
            <p:ph type="subTitle" idx="4"/>
          </p:nvPr>
        </p:nvSpPr>
        <p:spPr>
          <a:xfrm>
            <a:off x="3419271" y="39423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7"/>
          <p:cNvSpPr txBox="1">
            <a:spLocks noGrp="1"/>
          </p:cNvSpPr>
          <p:nvPr>
            <p:ph type="subTitle" idx="5"/>
          </p:nvPr>
        </p:nvSpPr>
        <p:spPr>
          <a:xfrm>
            <a:off x="6118549" y="22091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7"/>
          <p:cNvSpPr txBox="1">
            <a:spLocks noGrp="1"/>
          </p:cNvSpPr>
          <p:nvPr>
            <p:ph type="subTitle" idx="6"/>
          </p:nvPr>
        </p:nvSpPr>
        <p:spPr>
          <a:xfrm>
            <a:off x="6118549" y="39423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title" idx="7" hasCustomPrompt="1"/>
          </p:nvPr>
        </p:nvSpPr>
        <p:spPr>
          <a:xfrm>
            <a:off x="1505400" y="1332020"/>
            <a:ext cx="734700" cy="447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27"/>
          <p:cNvSpPr txBox="1">
            <a:spLocks noGrp="1"/>
          </p:cNvSpPr>
          <p:nvPr>
            <p:ph type="title" idx="8" hasCustomPrompt="1"/>
          </p:nvPr>
        </p:nvSpPr>
        <p:spPr>
          <a:xfrm>
            <a:off x="1505400" y="3064616"/>
            <a:ext cx="734700" cy="447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0" name="Google Shape;120;p27"/>
          <p:cNvSpPr txBox="1">
            <a:spLocks noGrp="1"/>
          </p:cNvSpPr>
          <p:nvPr>
            <p:ph type="title" idx="9" hasCustomPrompt="1"/>
          </p:nvPr>
        </p:nvSpPr>
        <p:spPr>
          <a:xfrm>
            <a:off x="4204671" y="1332020"/>
            <a:ext cx="734700" cy="447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1" name="Google Shape;121;p27"/>
          <p:cNvSpPr txBox="1">
            <a:spLocks noGrp="1"/>
          </p:cNvSpPr>
          <p:nvPr>
            <p:ph type="title" idx="13" hasCustomPrompt="1"/>
          </p:nvPr>
        </p:nvSpPr>
        <p:spPr>
          <a:xfrm>
            <a:off x="4204671" y="3064616"/>
            <a:ext cx="734700" cy="447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2" name="Google Shape;122;p27"/>
          <p:cNvSpPr txBox="1">
            <a:spLocks noGrp="1"/>
          </p:cNvSpPr>
          <p:nvPr>
            <p:ph type="title" idx="14" hasCustomPrompt="1"/>
          </p:nvPr>
        </p:nvSpPr>
        <p:spPr>
          <a:xfrm>
            <a:off x="6903949" y="1332020"/>
            <a:ext cx="734700" cy="447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3" name="Google Shape;123;p27"/>
          <p:cNvSpPr txBox="1">
            <a:spLocks noGrp="1"/>
          </p:cNvSpPr>
          <p:nvPr>
            <p:ph type="title" idx="15" hasCustomPrompt="1"/>
          </p:nvPr>
        </p:nvSpPr>
        <p:spPr>
          <a:xfrm>
            <a:off x="6903949" y="3064616"/>
            <a:ext cx="734700" cy="447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4" name="Google Shape;124;p27"/>
          <p:cNvSpPr txBox="1">
            <a:spLocks noGrp="1"/>
          </p:cNvSpPr>
          <p:nvPr>
            <p:ph type="subTitle" idx="16"/>
          </p:nvPr>
        </p:nvSpPr>
        <p:spPr>
          <a:xfrm>
            <a:off x="720000" y="18773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5" name="Google Shape;125;p27"/>
          <p:cNvSpPr txBox="1">
            <a:spLocks noGrp="1"/>
          </p:cNvSpPr>
          <p:nvPr>
            <p:ph type="subTitle" idx="17"/>
          </p:nvPr>
        </p:nvSpPr>
        <p:spPr>
          <a:xfrm>
            <a:off x="3419271" y="18773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6" name="Google Shape;126;p27"/>
          <p:cNvSpPr txBox="1">
            <a:spLocks noGrp="1"/>
          </p:cNvSpPr>
          <p:nvPr>
            <p:ph type="subTitle" idx="18"/>
          </p:nvPr>
        </p:nvSpPr>
        <p:spPr>
          <a:xfrm>
            <a:off x="6118549" y="18773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7" name="Google Shape;127;p27"/>
          <p:cNvSpPr txBox="1">
            <a:spLocks noGrp="1"/>
          </p:cNvSpPr>
          <p:nvPr>
            <p:ph type="subTitle" idx="19"/>
          </p:nvPr>
        </p:nvSpPr>
        <p:spPr>
          <a:xfrm>
            <a:off x="720000" y="36099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8" name="Google Shape;128;p27"/>
          <p:cNvSpPr txBox="1">
            <a:spLocks noGrp="1"/>
          </p:cNvSpPr>
          <p:nvPr>
            <p:ph type="subTitle" idx="20"/>
          </p:nvPr>
        </p:nvSpPr>
        <p:spPr>
          <a:xfrm>
            <a:off x="3419274" y="36099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subTitle" idx="21"/>
          </p:nvPr>
        </p:nvSpPr>
        <p:spPr>
          <a:xfrm>
            <a:off x="6118549" y="36099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8"/>
          <p:cNvSpPr/>
          <p:nvPr/>
        </p:nvSpPr>
        <p:spPr>
          <a:xfrm>
            <a:off x="565700" y="387300"/>
            <a:ext cx="8123400" cy="4368900"/>
          </a:xfrm>
          <a:prstGeom prst="rect">
            <a:avLst/>
          </a:prstGeom>
          <a:solidFill>
            <a:srgbClr val="072C4E">
              <a:alpha val="91020"/>
            </a:srgbClr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 1">
  <p:cSld name="TITLE_ONLY_1_1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9"/>
          <p:cNvSpPr/>
          <p:nvPr/>
        </p:nvSpPr>
        <p:spPr>
          <a:xfrm>
            <a:off x="565700" y="387300"/>
            <a:ext cx="8123400" cy="4368900"/>
          </a:xfrm>
          <a:prstGeom prst="rect">
            <a:avLst/>
          </a:prstGeom>
          <a:solidFill>
            <a:srgbClr val="072C4E">
              <a:alpha val="91020"/>
            </a:srgbClr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0"/>
          <p:cNvSpPr txBox="1">
            <a:spLocks noGrp="1"/>
          </p:cNvSpPr>
          <p:nvPr>
            <p:ph type="title"/>
          </p:nvPr>
        </p:nvSpPr>
        <p:spPr>
          <a:xfrm>
            <a:off x="1303050" y="3176500"/>
            <a:ext cx="65379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1" name="Google Shape;141;p30"/>
          <p:cNvSpPr txBox="1">
            <a:spLocks noGrp="1"/>
          </p:cNvSpPr>
          <p:nvPr>
            <p:ph type="subTitle" idx="1"/>
          </p:nvPr>
        </p:nvSpPr>
        <p:spPr>
          <a:xfrm>
            <a:off x="1303050" y="1202625"/>
            <a:ext cx="65379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1"/>
          <p:cNvSpPr/>
          <p:nvPr/>
        </p:nvSpPr>
        <p:spPr>
          <a:xfrm>
            <a:off x="565700" y="387300"/>
            <a:ext cx="8123400" cy="4368900"/>
          </a:xfrm>
          <a:prstGeom prst="rect">
            <a:avLst/>
          </a:prstGeom>
          <a:solidFill>
            <a:srgbClr val="072C4E">
              <a:alpha val="91020"/>
            </a:srgbClr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31"/>
          <p:cNvSpPr txBox="1">
            <a:spLocks noGrp="1"/>
          </p:cNvSpPr>
          <p:nvPr>
            <p:ph type="title"/>
          </p:nvPr>
        </p:nvSpPr>
        <p:spPr>
          <a:xfrm>
            <a:off x="1024800" y="1060025"/>
            <a:ext cx="3998700" cy="184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1"/>
          <p:cNvSpPr txBox="1">
            <a:spLocks noGrp="1"/>
          </p:cNvSpPr>
          <p:nvPr>
            <p:ph type="subTitle" idx="1"/>
          </p:nvPr>
        </p:nvSpPr>
        <p:spPr>
          <a:xfrm>
            <a:off x="1024800" y="3001225"/>
            <a:ext cx="3998700" cy="11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1"/>
          <p:cNvSpPr>
            <a:spLocks noGrp="1"/>
          </p:cNvSpPr>
          <p:nvPr>
            <p:ph type="pic" idx="2"/>
          </p:nvPr>
        </p:nvSpPr>
        <p:spPr>
          <a:xfrm>
            <a:off x="5086250" y="798550"/>
            <a:ext cx="3300000" cy="35463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2"/>
          <p:cNvSpPr/>
          <p:nvPr/>
        </p:nvSpPr>
        <p:spPr>
          <a:xfrm>
            <a:off x="565700" y="387300"/>
            <a:ext cx="8123400" cy="4368900"/>
          </a:xfrm>
          <a:prstGeom prst="rect">
            <a:avLst/>
          </a:prstGeom>
          <a:solidFill>
            <a:srgbClr val="072C4E">
              <a:alpha val="91020"/>
            </a:srgbClr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32"/>
          <p:cNvSpPr txBox="1">
            <a:spLocks noGrp="1"/>
          </p:cNvSpPr>
          <p:nvPr>
            <p:ph type="title"/>
          </p:nvPr>
        </p:nvSpPr>
        <p:spPr>
          <a:xfrm>
            <a:off x="1062424" y="1637550"/>
            <a:ext cx="33261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2"/>
          <p:cNvSpPr txBox="1">
            <a:spLocks noGrp="1"/>
          </p:cNvSpPr>
          <p:nvPr>
            <p:ph type="subTitle" idx="1"/>
          </p:nvPr>
        </p:nvSpPr>
        <p:spPr>
          <a:xfrm>
            <a:off x="1062425" y="2700750"/>
            <a:ext cx="32919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ONE_COLUMN_TEXT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3"/>
          <p:cNvSpPr/>
          <p:nvPr/>
        </p:nvSpPr>
        <p:spPr>
          <a:xfrm>
            <a:off x="565700" y="387300"/>
            <a:ext cx="8123400" cy="4368900"/>
          </a:xfrm>
          <a:prstGeom prst="rect">
            <a:avLst/>
          </a:prstGeom>
          <a:solidFill>
            <a:srgbClr val="072C4E">
              <a:alpha val="91020"/>
            </a:srgbClr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3"/>
          <p:cNvSpPr txBox="1">
            <a:spLocks noGrp="1"/>
          </p:cNvSpPr>
          <p:nvPr>
            <p:ph type="subTitle" idx="1"/>
          </p:nvPr>
        </p:nvSpPr>
        <p:spPr>
          <a:xfrm>
            <a:off x="1710150" y="1471700"/>
            <a:ext cx="5723700" cy="274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3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4"/>
          <p:cNvSpPr txBox="1">
            <a:spLocks noGrp="1"/>
          </p:cNvSpPr>
          <p:nvPr>
            <p:ph type="title"/>
          </p:nvPr>
        </p:nvSpPr>
        <p:spPr>
          <a:xfrm>
            <a:off x="2333025" y="1567075"/>
            <a:ext cx="4478100" cy="106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34"/>
          <p:cNvSpPr txBox="1">
            <a:spLocks noGrp="1"/>
          </p:cNvSpPr>
          <p:nvPr>
            <p:ph type="subTitle" idx="1"/>
          </p:nvPr>
        </p:nvSpPr>
        <p:spPr>
          <a:xfrm>
            <a:off x="2332875" y="2630275"/>
            <a:ext cx="4478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5"/>
          <p:cNvSpPr/>
          <p:nvPr/>
        </p:nvSpPr>
        <p:spPr>
          <a:xfrm>
            <a:off x="565700" y="387300"/>
            <a:ext cx="8123400" cy="4368900"/>
          </a:xfrm>
          <a:prstGeom prst="rect">
            <a:avLst/>
          </a:prstGeom>
          <a:solidFill>
            <a:srgbClr val="072C4E">
              <a:alpha val="91020"/>
            </a:srgbClr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35"/>
          <p:cNvSpPr txBox="1">
            <a:spLocks noGrp="1"/>
          </p:cNvSpPr>
          <p:nvPr>
            <p:ph type="title"/>
          </p:nvPr>
        </p:nvSpPr>
        <p:spPr>
          <a:xfrm>
            <a:off x="4837200" y="1655575"/>
            <a:ext cx="3593400" cy="9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5"/>
          <p:cNvSpPr txBox="1">
            <a:spLocks noGrp="1"/>
          </p:cNvSpPr>
          <p:nvPr>
            <p:ph type="subTitle" idx="1"/>
          </p:nvPr>
        </p:nvSpPr>
        <p:spPr>
          <a:xfrm>
            <a:off x="4837371" y="2562000"/>
            <a:ext cx="3593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_AND_BODY_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6"/>
          <p:cNvSpPr/>
          <p:nvPr/>
        </p:nvSpPr>
        <p:spPr>
          <a:xfrm>
            <a:off x="565700" y="387300"/>
            <a:ext cx="8123400" cy="4368900"/>
          </a:xfrm>
          <a:prstGeom prst="rect">
            <a:avLst/>
          </a:prstGeom>
          <a:solidFill>
            <a:srgbClr val="072C4E">
              <a:alpha val="91020"/>
            </a:srgbClr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36"/>
          <p:cNvSpPr txBox="1">
            <a:spLocks noGrp="1"/>
          </p:cNvSpPr>
          <p:nvPr>
            <p:ph type="body" idx="1"/>
          </p:nvPr>
        </p:nvSpPr>
        <p:spPr>
          <a:xfrm>
            <a:off x="720000" y="1215742"/>
            <a:ext cx="7704000" cy="31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7"/>
          <p:cNvSpPr/>
          <p:nvPr/>
        </p:nvSpPr>
        <p:spPr>
          <a:xfrm>
            <a:off x="565700" y="387300"/>
            <a:ext cx="8123400" cy="4368900"/>
          </a:xfrm>
          <a:prstGeom prst="rect">
            <a:avLst/>
          </a:prstGeom>
          <a:solidFill>
            <a:srgbClr val="072C4E">
              <a:alpha val="91020"/>
            </a:srgbClr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7"/>
          <p:cNvSpPr txBox="1">
            <a:spLocks noGrp="1"/>
          </p:cNvSpPr>
          <p:nvPr>
            <p:ph type="subTitle" idx="1"/>
          </p:nvPr>
        </p:nvSpPr>
        <p:spPr>
          <a:xfrm>
            <a:off x="4923075" y="2371225"/>
            <a:ext cx="2640000" cy="10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37"/>
          <p:cNvSpPr txBox="1">
            <a:spLocks noGrp="1"/>
          </p:cNvSpPr>
          <p:nvPr>
            <p:ph type="subTitle" idx="2"/>
          </p:nvPr>
        </p:nvSpPr>
        <p:spPr>
          <a:xfrm>
            <a:off x="1580900" y="2371225"/>
            <a:ext cx="2640000" cy="10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37"/>
          <p:cNvSpPr txBox="1">
            <a:spLocks noGrp="1"/>
          </p:cNvSpPr>
          <p:nvPr>
            <p:ph type="subTitle" idx="3"/>
          </p:nvPr>
        </p:nvSpPr>
        <p:spPr>
          <a:xfrm>
            <a:off x="1580911" y="1812325"/>
            <a:ext cx="2640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9" name="Google Shape;179;p37"/>
          <p:cNvSpPr txBox="1">
            <a:spLocks noGrp="1"/>
          </p:cNvSpPr>
          <p:nvPr>
            <p:ph type="subTitle" idx="4"/>
          </p:nvPr>
        </p:nvSpPr>
        <p:spPr>
          <a:xfrm>
            <a:off x="4923089" y="1812325"/>
            <a:ext cx="26400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8"/>
          <p:cNvSpPr/>
          <p:nvPr/>
        </p:nvSpPr>
        <p:spPr>
          <a:xfrm>
            <a:off x="565700" y="387300"/>
            <a:ext cx="8123400" cy="4368900"/>
          </a:xfrm>
          <a:prstGeom prst="rect">
            <a:avLst/>
          </a:prstGeom>
          <a:solidFill>
            <a:srgbClr val="072C4E">
              <a:alpha val="91020"/>
            </a:srgbClr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38"/>
          <p:cNvSpPr txBox="1">
            <a:spLocks noGrp="1"/>
          </p:cNvSpPr>
          <p:nvPr>
            <p:ph type="subTitle" idx="1"/>
          </p:nvPr>
        </p:nvSpPr>
        <p:spPr>
          <a:xfrm>
            <a:off x="4832040" y="1743825"/>
            <a:ext cx="3254100" cy="208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38"/>
          <p:cNvSpPr txBox="1">
            <a:spLocks noGrp="1"/>
          </p:cNvSpPr>
          <p:nvPr>
            <p:ph type="subTitle" idx="2"/>
          </p:nvPr>
        </p:nvSpPr>
        <p:spPr>
          <a:xfrm>
            <a:off x="1057863" y="1743825"/>
            <a:ext cx="3254100" cy="208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9"/>
          <p:cNvSpPr/>
          <p:nvPr/>
        </p:nvSpPr>
        <p:spPr>
          <a:xfrm>
            <a:off x="565700" y="387300"/>
            <a:ext cx="8123400" cy="4368900"/>
          </a:xfrm>
          <a:prstGeom prst="rect">
            <a:avLst/>
          </a:prstGeom>
          <a:solidFill>
            <a:srgbClr val="072C4E">
              <a:alpha val="91020"/>
            </a:srgbClr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39"/>
          <p:cNvSpPr txBox="1">
            <a:spLocks noGrp="1"/>
          </p:cNvSpPr>
          <p:nvPr>
            <p:ph type="subTitle" idx="1"/>
          </p:nvPr>
        </p:nvSpPr>
        <p:spPr>
          <a:xfrm>
            <a:off x="937625" y="2596024"/>
            <a:ext cx="21753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39"/>
          <p:cNvSpPr txBox="1">
            <a:spLocks noGrp="1"/>
          </p:cNvSpPr>
          <p:nvPr>
            <p:ph type="subTitle" idx="2"/>
          </p:nvPr>
        </p:nvSpPr>
        <p:spPr>
          <a:xfrm>
            <a:off x="3484350" y="2596024"/>
            <a:ext cx="21753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9"/>
          <p:cNvSpPr txBox="1">
            <a:spLocks noGrp="1"/>
          </p:cNvSpPr>
          <p:nvPr>
            <p:ph type="subTitle" idx="3"/>
          </p:nvPr>
        </p:nvSpPr>
        <p:spPr>
          <a:xfrm>
            <a:off x="6031075" y="2596024"/>
            <a:ext cx="21753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9"/>
          <p:cNvSpPr txBox="1">
            <a:spLocks noGrp="1"/>
          </p:cNvSpPr>
          <p:nvPr>
            <p:ph type="subTitle" idx="4"/>
          </p:nvPr>
        </p:nvSpPr>
        <p:spPr>
          <a:xfrm>
            <a:off x="937625" y="1875190"/>
            <a:ext cx="21753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4" name="Google Shape;194;p39"/>
          <p:cNvSpPr txBox="1">
            <a:spLocks noGrp="1"/>
          </p:cNvSpPr>
          <p:nvPr>
            <p:ph type="subTitle" idx="5"/>
          </p:nvPr>
        </p:nvSpPr>
        <p:spPr>
          <a:xfrm>
            <a:off x="3484350" y="1875190"/>
            <a:ext cx="21753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5" name="Google Shape;195;p39"/>
          <p:cNvSpPr txBox="1">
            <a:spLocks noGrp="1"/>
          </p:cNvSpPr>
          <p:nvPr>
            <p:ph type="subTitle" idx="6"/>
          </p:nvPr>
        </p:nvSpPr>
        <p:spPr>
          <a:xfrm>
            <a:off x="6031075" y="1875190"/>
            <a:ext cx="21753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40"/>
          <p:cNvSpPr/>
          <p:nvPr/>
        </p:nvSpPr>
        <p:spPr>
          <a:xfrm>
            <a:off x="565700" y="387300"/>
            <a:ext cx="8123400" cy="4368900"/>
          </a:xfrm>
          <a:prstGeom prst="rect">
            <a:avLst/>
          </a:prstGeom>
          <a:solidFill>
            <a:srgbClr val="072C4E">
              <a:alpha val="91020"/>
            </a:srgbClr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40"/>
          <p:cNvSpPr txBox="1">
            <a:spLocks noGrp="1"/>
          </p:cNvSpPr>
          <p:nvPr>
            <p:ph type="subTitle" idx="1"/>
          </p:nvPr>
        </p:nvSpPr>
        <p:spPr>
          <a:xfrm>
            <a:off x="937625" y="3114074"/>
            <a:ext cx="21753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40"/>
          <p:cNvSpPr txBox="1">
            <a:spLocks noGrp="1"/>
          </p:cNvSpPr>
          <p:nvPr>
            <p:ph type="subTitle" idx="2"/>
          </p:nvPr>
        </p:nvSpPr>
        <p:spPr>
          <a:xfrm>
            <a:off x="3484350" y="2047274"/>
            <a:ext cx="21753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40"/>
          <p:cNvSpPr txBox="1">
            <a:spLocks noGrp="1"/>
          </p:cNvSpPr>
          <p:nvPr>
            <p:ph type="subTitle" idx="3"/>
          </p:nvPr>
        </p:nvSpPr>
        <p:spPr>
          <a:xfrm>
            <a:off x="6031075" y="3114074"/>
            <a:ext cx="21753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40"/>
          <p:cNvSpPr txBox="1">
            <a:spLocks noGrp="1"/>
          </p:cNvSpPr>
          <p:nvPr>
            <p:ph type="subTitle" idx="4"/>
          </p:nvPr>
        </p:nvSpPr>
        <p:spPr>
          <a:xfrm>
            <a:off x="937625" y="2408590"/>
            <a:ext cx="21753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4" name="Google Shape;204;p40"/>
          <p:cNvSpPr txBox="1">
            <a:spLocks noGrp="1"/>
          </p:cNvSpPr>
          <p:nvPr>
            <p:ph type="subTitle" idx="5"/>
          </p:nvPr>
        </p:nvSpPr>
        <p:spPr>
          <a:xfrm>
            <a:off x="3484352" y="1341790"/>
            <a:ext cx="21753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5" name="Google Shape;205;p40"/>
          <p:cNvSpPr txBox="1">
            <a:spLocks noGrp="1"/>
          </p:cNvSpPr>
          <p:nvPr>
            <p:ph type="subTitle" idx="6"/>
          </p:nvPr>
        </p:nvSpPr>
        <p:spPr>
          <a:xfrm>
            <a:off x="6031075" y="2408590"/>
            <a:ext cx="21753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41"/>
          <p:cNvSpPr/>
          <p:nvPr/>
        </p:nvSpPr>
        <p:spPr>
          <a:xfrm>
            <a:off x="565700" y="387300"/>
            <a:ext cx="8123400" cy="4368900"/>
          </a:xfrm>
          <a:prstGeom prst="rect">
            <a:avLst/>
          </a:prstGeom>
          <a:solidFill>
            <a:srgbClr val="072C4E">
              <a:alpha val="91020"/>
            </a:srgbClr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41"/>
          <p:cNvSpPr txBox="1">
            <a:spLocks noGrp="1"/>
          </p:cNvSpPr>
          <p:nvPr>
            <p:ph type="subTitle" idx="1"/>
          </p:nvPr>
        </p:nvSpPr>
        <p:spPr>
          <a:xfrm>
            <a:off x="2110311" y="2054288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41"/>
          <p:cNvSpPr txBox="1">
            <a:spLocks noGrp="1"/>
          </p:cNvSpPr>
          <p:nvPr>
            <p:ph type="subTitle" idx="2"/>
          </p:nvPr>
        </p:nvSpPr>
        <p:spPr>
          <a:xfrm>
            <a:off x="5055489" y="2054288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41"/>
          <p:cNvSpPr txBox="1">
            <a:spLocks noGrp="1"/>
          </p:cNvSpPr>
          <p:nvPr>
            <p:ph type="subTitle" idx="3"/>
          </p:nvPr>
        </p:nvSpPr>
        <p:spPr>
          <a:xfrm>
            <a:off x="2110311" y="3544763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41"/>
          <p:cNvSpPr txBox="1">
            <a:spLocks noGrp="1"/>
          </p:cNvSpPr>
          <p:nvPr>
            <p:ph type="subTitle" idx="4"/>
          </p:nvPr>
        </p:nvSpPr>
        <p:spPr>
          <a:xfrm>
            <a:off x="5055489" y="3544763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41"/>
          <p:cNvSpPr txBox="1">
            <a:spLocks noGrp="1"/>
          </p:cNvSpPr>
          <p:nvPr>
            <p:ph type="subTitle" idx="5"/>
          </p:nvPr>
        </p:nvSpPr>
        <p:spPr>
          <a:xfrm>
            <a:off x="2110311" y="1565900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5" name="Google Shape;215;p41"/>
          <p:cNvSpPr txBox="1">
            <a:spLocks noGrp="1"/>
          </p:cNvSpPr>
          <p:nvPr>
            <p:ph type="subTitle" idx="6"/>
          </p:nvPr>
        </p:nvSpPr>
        <p:spPr>
          <a:xfrm>
            <a:off x="2110311" y="3056475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6" name="Google Shape;216;p41"/>
          <p:cNvSpPr txBox="1">
            <a:spLocks noGrp="1"/>
          </p:cNvSpPr>
          <p:nvPr>
            <p:ph type="subTitle" idx="7"/>
          </p:nvPr>
        </p:nvSpPr>
        <p:spPr>
          <a:xfrm>
            <a:off x="5055486" y="1565900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7" name="Google Shape;217;p41"/>
          <p:cNvSpPr txBox="1">
            <a:spLocks noGrp="1"/>
          </p:cNvSpPr>
          <p:nvPr>
            <p:ph type="subTitle" idx="8"/>
          </p:nvPr>
        </p:nvSpPr>
        <p:spPr>
          <a:xfrm>
            <a:off x="5055486" y="3056475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42"/>
          <p:cNvSpPr/>
          <p:nvPr/>
        </p:nvSpPr>
        <p:spPr>
          <a:xfrm>
            <a:off x="565700" y="387300"/>
            <a:ext cx="8123400" cy="4368900"/>
          </a:xfrm>
          <a:prstGeom prst="rect">
            <a:avLst/>
          </a:prstGeom>
          <a:solidFill>
            <a:srgbClr val="072C4E">
              <a:alpha val="91020"/>
            </a:srgbClr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42"/>
          <p:cNvSpPr txBox="1">
            <a:spLocks noGrp="1"/>
          </p:cNvSpPr>
          <p:nvPr>
            <p:ph type="subTitle" idx="1"/>
          </p:nvPr>
        </p:nvSpPr>
        <p:spPr>
          <a:xfrm>
            <a:off x="1261552" y="214920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42"/>
          <p:cNvSpPr txBox="1">
            <a:spLocks noGrp="1"/>
          </p:cNvSpPr>
          <p:nvPr>
            <p:ph type="subTitle" idx="2"/>
          </p:nvPr>
        </p:nvSpPr>
        <p:spPr>
          <a:xfrm>
            <a:off x="3579000" y="214920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42"/>
          <p:cNvSpPr txBox="1">
            <a:spLocks noGrp="1"/>
          </p:cNvSpPr>
          <p:nvPr>
            <p:ph type="subTitle" idx="3"/>
          </p:nvPr>
        </p:nvSpPr>
        <p:spPr>
          <a:xfrm>
            <a:off x="1261552" y="3579425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42"/>
          <p:cNvSpPr txBox="1">
            <a:spLocks noGrp="1"/>
          </p:cNvSpPr>
          <p:nvPr>
            <p:ph type="subTitle" idx="4"/>
          </p:nvPr>
        </p:nvSpPr>
        <p:spPr>
          <a:xfrm>
            <a:off x="3579000" y="3579425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42"/>
          <p:cNvSpPr txBox="1">
            <a:spLocks noGrp="1"/>
          </p:cNvSpPr>
          <p:nvPr>
            <p:ph type="subTitle" idx="5"/>
          </p:nvPr>
        </p:nvSpPr>
        <p:spPr>
          <a:xfrm>
            <a:off x="5896448" y="214920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42"/>
          <p:cNvSpPr txBox="1">
            <a:spLocks noGrp="1"/>
          </p:cNvSpPr>
          <p:nvPr>
            <p:ph type="subTitle" idx="6"/>
          </p:nvPr>
        </p:nvSpPr>
        <p:spPr>
          <a:xfrm>
            <a:off x="5896448" y="3579425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42"/>
          <p:cNvSpPr txBox="1">
            <a:spLocks noGrp="1"/>
          </p:cNvSpPr>
          <p:nvPr>
            <p:ph type="subTitle" idx="7"/>
          </p:nvPr>
        </p:nvSpPr>
        <p:spPr>
          <a:xfrm>
            <a:off x="1265452" y="165659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9" name="Google Shape;229;p42"/>
          <p:cNvSpPr txBox="1">
            <a:spLocks noGrp="1"/>
          </p:cNvSpPr>
          <p:nvPr>
            <p:ph type="subTitle" idx="8"/>
          </p:nvPr>
        </p:nvSpPr>
        <p:spPr>
          <a:xfrm>
            <a:off x="3582900" y="165659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0" name="Google Shape;230;p42"/>
          <p:cNvSpPr txBox="1">
            <a:spLocks noGrp="1"/>
          </p:cNvSpPr>
          <p:nvPr>
            <p:ph type="subTitle" idx="9"/>
          </p:nvPr>
        </p:nvSpPr>
        <p:spPr>
          <a:xfrm>
            <a:off x="5900348" y="1656599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1" name="Google Shape;231;p42"/>
          <p:cNvSpPr txBox="1">
            <a:spLocks noGrp="1"/>
          </p:cNvSpPr>
          <p:nvPr>
            <p:ph type="subTitle" idx="13"/>
          </p:nvPr>
        </p:nvSpPr>
        <p:spPr>
          <a:xfrm>
            <a:off x="1265452" y="30868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2" name="Google Shape;232;p42"/>
          <p:cNvSpPr txBox="1">
            <a:spLocks noGrp="1"/>
          </p:cNvSpPr>
          <p:nvPr>
            <p:ph type="subTitle" idx="14"/>
          </p:nvPr>
        </p:nvSpPr>
        <p:spPr>
          <a:xfrm>
            <a:off x="3582900" y="30868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3" name="Google Shape;233;p42"/>
          <p:cNvSpPr txBox="1">
            <a:spLocks noGrp="1"/>
          </p:cNvSpPr>
          <p:nvPr>
            <p:ph type="subTitle" idx="15"/>
          </p:nvPr>
        </p:nvSpPr>
        <p:spPr>
          <a:xfrm>
            <a:off x="5900348" y="3086800"/>
            <a:ext cx="1978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43"/>
          <p:cNvSpPr/>
          <p:nvPr/>
        </p:nvSpPr>
        <p:spPr>
          <a:xfrm>
            <a:off x="565700" y="387300"/>
            <a:ext cx="8123400" cy="4368900"/>
          </a:xfrm>
          <a:prstGeom prst="rect">
            <a:avLst/>
          </a:prstGeom>
          <a:solidFill>
            <a:srgbClr val="072C4E">
              <a:alpha val="91020"/>
            </a:srgbClr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43"/>
          <p:cNvSpPr txBox="1">
            <a:spLocks noGrp="1"/>
          </p:cNvSpPr>
          <p:nvPr>
            <p:ph type="title" hasCustomPrompt="1"/>
          </p:nvPr>
        </p:nvSpPr>
        <p:spPr>
          <a:xfrm>
            <a:off x="2223600" y="552112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8" name="Google Shape;238;p43"/>
          <p:cNvSpPr txBox="1">
            <a:spLocks noGrp="1"/>
          </p:cNvSpPr>
          <p:nvPr>
            <p:ph type="subTitle" idx="1"/>
          </p:nvPr>
        </p:nvSpPr>
        <p:spPr>
          <a:xfrm>
            <a:off x="2223600" y="1288075"/>
            <a:ext cx="4696800" cy="3999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39" name="Google Shape;239;p43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0436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0" name="Google Shape;240;p43"/>
          <p:cNvSpPr txBox="1">
            <a:spLocks noGrp="1"/>
          </p:cNvSpPr>
          <p:nvPr>
            <p:ph type="subTitle" idx="3"/>
          </p:nvPr>
        </p:nvSpPr>
        <p:spPr>
          <a:xfrm>
            <a:off x="2223600" y="2640332"/>
            <a:ext cx="4696800" cy="4023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41" name="Google Shape;241;p43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256624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2" name="Google Shape;242;p43"/>
          <p:cNvSpPr txBox="1">
            <a:spLocks noGrp="1"/>
          </p:cNvSpPr>
          <p:nvPr>
            <p:ph type="subTitle" idx="5"/>
          </p:nvPr>
        </p:nvSpPr>
        <p:spPr>
          <a:xfrm>
            <a:off x="2223600" y="3992588"/>
            <a:ext cx="4696800" cy="4023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4"/>
          <p:cNvSpPr/>
          <p:nvPr/>
        </p:nvSpPr>
        <p:spPr>
          <a:xfrm>
            <a:off x="565700" y="387300"/>
            <a:ext cx="8123400" cy="4368900"/>
          </a:xfrm>
          <a:prstGeom prst="rect">
            <a:avLst/>
          </a:prstGeom>
          <a:solidFill>
            <a:srgbClr val="072C4E">
              <a:alpha val="91020"/>
            </a:srgbClr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44"/>
          <p:cNvSpPr txBox="1">
            <a:spLocks noGrp="1"/>
          </p:cNvSpPr>
          <p:nvPr>
            <p:ph type="title" hasCustomPrompt="1"/>
          </p:nvPr>
        </p:nvSpPr>
        <p:spPr>
          <a:xfrm>
            <a:off x="1325650" y="1767588"/>
            <a:ext cx="1398900" cy="6015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7" name="Google Shape;247;p44"/>
          <p:cNvSpPr txBox="1">
            <a:spLocks noGrp="1"/>
          </p:cNvSpPr>
          <p:nvPr>
            <p:ph type="subTitle" idx="1"/>
          </p:nvPr>
        </p:nvSpPr>
        <p:spPr>
          <a:xfrm>
            <a:off x="938500" y="2943375"/>
            <a:ext cx="21732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48" name="Google Shape;248;p44"/>
          <p:cNvSpPr txBox="1">
            <a:spLocks noGrp="1"/>
          </p:cNvSpPr>
          <p:nvPr>
            <p:ph type="subTitle" idx="2"/>
          </p:nvPr>
        </p:nvSpPr>
        <p:spPr>
          <a:xfrm>
            <a:off x="938500" y="2522550"/>
            <a:ext cx="2173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9" name="Google Shape;249;p44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767588"/>
            <a:ext cx="1397700" cy="6015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0" name="Google Shape;250;p44"/>
          <p:cNvSpPr txBox="1">
            <a:spLocks noGrp="1"/>
          </p:cNvSpPr>
          <p:nvPr>
            <p:ph type="subTitle" idx="4"/>
          </p:nvPr>
        </p:nvSpPr>
        <p:spPr>
          <a:xfrm>
            <a:off x="3485400" y="2943375"/>
            <a:ext cx="21732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51" name="Google Shape;251;p44"/>
          <p:cNvSpPr txBox="1">
            <a:spLocks noGrp="1"/>
          </p:cNvSpPr>
          <p:nvPr>
            <p:ph type="subTitle" idx="5"/>
          </p:nvPr>
        </p:nvSpPr>
        <p:spPr>
          <a:xfrm>
            <a:off x="3485400" y="2522550"/>
            <a:ext cx="2173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2" name="Google Shape;252;p44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1767588"/>
            <a:ext cx="1397700" cy="6015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3" name="Google Shape;253;p44"/>
          <p:cNvSpPr txBox="1">
            <a:spLocks noGrp="1"/>
          </p:cNvSpPr>
          <p:nvPr>
            <p:ph type="subTitle" idx="7"/>
          </p:nvPr>
        </p:nvSpPr>
        <p:spPr>
          <a:xfrm>
            <a:off x="6032300" y="2943375"/>
            <a:ext cx="21732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54" name="Google Shape;254;p44"/>
          <p:cNvSpPr txBox="1">
            <a:spLocks noGrp="1"/>
          </p:cNvSpPr>
          <p:nvPr>
            <p:ph type="subTitle" idx="8"/>
          </p:nvPr>
        </p:nvSpPr>
        <p:spPr>
          <a:xfrm>
            <a:off x="6032300" y="2522550"/>
            <a:ext cx="2173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2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5" name="Google Shape;255;p44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45"/>
          <p:cNvSpPr/>
          <p:nvPr/>
        </p:nvSpPr>
        <p:spPr>
          <a:xfrm>
            <a:off x="1057350" y="663150"/>
            <a:ext cx="7029300" cy="3817200"/>
          </a:xfrm>
          <a:prstGeom prst="rect">
            <a:avLst/>
          </a:prstGeom>
          <a:solidFill>
            <a:srgbClr val="072C4E">
              <a:alpha val="86310"/>
            </a:srgbClr>
          </a:solidFill>
          <a:ln w="38100" cap="flat" cmpd="sng">
            <a:solidFill>
              <a:srgbClr val="FFE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45"/>
          <p:cNvSpPr txBox="1">
            <a:spLocks noGrp="1"/>
          </p:cNvSpPr>
          <p:nvPr>
            <p:ph type="title"/>
          </p:nvPr>
        </p:nvSpPr>
        <p:spPr>
          <a:xfrm>
            <a:off x="2347938" y="6775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45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45"/>
          <p:cNvSpPr txBox="1"/>
          <p:nvPr/>
        </p:nvSpPr>
        <p:spPr>
          <a:xfrm>
            <a:off x="2099100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bg" sz="10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CREDITS:</a:t>
            </a:r>
            <a:r>
              <a:rPr lang="bg" sz="1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This presentation template was created by </a:t>
            </a:r>
            <a:r>
              <a:rPr lang="bg" sz="1000" b="1" u="sng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bg" sz="1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, and includes icons by </a:t>
            </a:r>
            <a:r>
              <a:rPr lang="bg" sz="1000" b="1" u="sng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bg" sz="1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, and infographics &amp; images by </a:t>
            </a:r>
            <a:r>
              <a:rPr lang="bg" sz="1000" b="1" u="sng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bg" sz="1000" u="sng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sz="1000" b="1" u="sng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6"/>
          <p:cNvSpPr/>
          <p:nvPr/>
        </p:nvSpPr>
        <p:spPr>
          <a:xfrm>
            <a:off x="565700" y="387300"/>
            <a:ext cx="8123400" cy="4368900"/>
          </a:xfrm>
          <a:prstGeom prst="rect">
            <a:avLst/>
          </a:prstGeom>
          <a:solidFill>
            <a:srgbClr val="072C4E">
              <a:alpha val="91020"/>
            </a:srgbClr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7"/>
          <p:cNvSpPr/>
          <p:nvPr/>
        </p:nvSpPr>
        <p:spPr>
          <a:xfrm>
            <a:off x="1057350" y="663150"/>
            <a:ext cx="7029300" cy="3817200"/>
          </a:xfrm>
          <a:prstGeom prst="rect">
            <a:avLst/>
          </a:prstGeom>
          <a:solidFill>
            <a:srgbClr val="072C4E">
              <a:alpha val="86310"/>
            </a:srgbClr>
          </a:solidFill>
          <a:ln w="38100" cap="flat" cmpd="sng">
            <a:solidFill>
              <a:srgbClr val="FFE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0"/>
          <p:cNvSpPr txBox="1">
            <a:spLocks noGrp="1"/>
          </p:cNvSpPr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theme" Target="../theme/theme2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mfortaa"/>
              <a:buNone/>
              <a:defRPr sz="3500" b="1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8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48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1"/>
          <p:cNvSpPr/>
          <p:nvPr/>
        </p:nvSpPr>
        <p:spPr>
          <a:xfrm>
            <a:off x="1057350" y="663150"/>
            <a:ext cx="7029300" cy="3817200"/>
          </a:xfrm>
          <a:prstGeom prst="rect">
            <a:avLst/>
          </a:prstGeom>
          <a:solidFill>
            <a:srgbClr val="072C4E">
              <a:alpha val="86310"/>
            </a:srgbClr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51"/>
          <p:cNvSpPr txBox="1">
            <a:spLocks noGrp="1"/>
          </p:cNvSpPr>
          <p:nvPr>
            <p:ph type="ctrTitle"/>
          </p:nvPr>
        </p:nvSpPr>
        <p:spPr>
          <a:xfrm>
            <a:off x="1164450" y="1264225"/>
            <a:ext cx="6815100" cy="192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Задачи и организация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80" name="Google Shape;280;p51"/>
          <p:cNvSpPr txBox="1">
            <a:spLocks noGrp="1"/>
          </p:cNvSpPr>
          <p:nvPr>
            <p:ph type="subTitle" idx="1"/>
          </p:nvPr>
        </p:nvSpPr>
        <p:spPr>
          <a:xfrm>
            <a:off x="2220750" y="3232150"/>
            <a:ext cx="4702500" cy="4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Изготвили: Тамер Тахир, Никола Киров и Мирослав Колев</a:t>
            </a:r>
            <a:endParaRPr/>
          </a:p>
        </p:txBody>
      </p:sp>
      <p:cxnSp>
        <p:nvCxnSpPr>
          <p:cNvPr id="281" name="Google Shape;281;p51"/>
          <p:cNvCxnSpPr/>
          <p:nvPr/>
        </p:nvCxnSpPr>
        <p:spPr>
          <a:xfrm rot="10800000" flipH="1">
            <a:off x="5924250" y="972600"/>
            <a:ext cx="2162400" cy="1563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82" name="Google Shape;282;p51"/>
          <p:cNvCxnSpPr/>
          <p:nvPr/>
        </p:nvCxnSpPr>
        <p:spPr>
          <a:xfrm rot="-5400000">
            <a:off x="6848275" y="3637175"/>
            <a:ext cx="1260000" cy="4077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83" name="Google Shape;283;p51"/>
          <p:cNvCxnSpPr/>
          <p:nvPr/>
        </p:nvCxnSpPr>
        <p:spPr>
          <a:xfrm rot="10800000" flipH="1">
            <a:off x="1122850" y="3609425"/>
            <a:ext cx="750300" cy="3150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2"/>
          <p:cNvSpPr txBox="1">
            <a:spLocks noGrp="1"/>
          </p:cNvSpPr>
          <p:nvPr>
            <p:ph type="title"/>
          </p:nvPr>
        </p:nvSpPr>
        <p:spPr>
          <a:xfrm>
            <a:off x="645075" y="445025"/>
            <a:ext cx="7779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 sz="3200"/>
              <a:t>Съдържание на презентацията</a:t>
            </a:r>
            <a:endParaRPr sz="3200">
              <a:solidFill>
                <a:schemeClr val="dk2"/>
              </a:solidFill>
            </a:endParaRPr>
          </a:p>
        </p:txBody>
      </p:sp>
      <p:cxnSp>
        <p:nvCxnSpPr>
          <p:cNvPr id="289" name="Google Shape;289;p52"/>
          <p:cNvCxnSpPr/>
          <p:nvPr/>
        </p:nvCxnSpPr>
        <p:spPr>
          <a:xfrm>
            <a:off x="7218850" y="1265525"/>
            <a:ext cx="1464000" cy="2139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90" name="Google Shape;290;p52"/>
          <p:cNvSpPr txBox="1"/>
          <p:nvPr/>
        </p:nvSpPr>
        <p:spPr>
          <a:xfrm>
            <a:off x="782250" y="1479425"/>
            <a:ext cx="3088200" cy="4617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1.Задачи на програмата</a:t>
            </a:r>
            <a:endParaRPr sz="1800" b="1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52"/>
          <p:cNvSpPr txBox="1"/>
          <p:nvPr/>
        </p:nvSpPr>
        <p:spPr>
          <a:xfrm>
            <a:off x="782250" y="2057400"/>
            <a:ext cx="3088200" cy="7080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 sz="17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2.Организация на програмата</a:t>
            </a:r>
            <a:endParaRPr sz="1700" b="1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52"/>
          <p:cNvSpPr txBox="1"/>
          <p:nvPr/>
        </p:nvSpPr>
        <p:spPr>
          <a:xfrm>
            <a:off x="782250" y="2881675"/>
            <a:ext cx="3088200" cy="7389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Логическа организация на програмата </a:t>
            </a:r>
            <a:endParaRPr sz="1800" b="1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52"/>
          <p:cNvSpPr txBox="1"/>
          <p:nvPr/>
        </p:nvSpPr>
        <p:spPr>
          <a:xfrm>
            <a:off x="782250" y="3805075"/>
            <a:ext cx="30882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4.Етапи при създаване на програма</a:t>
            </a:r>
            <a:endParaRPr sz="1800" b="1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52"/>
          <p:cNvSpPr txBox="1"/>
          <p:nvPr/>
        </p:nvSpPr>
        <p:spPr>
          <a:xfrm>
            <a:off x="4393425" y="1479425"/>
            <a:ext cx="3388200" cy="7389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 b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Примери за типични задачи в C# програми</a:t>
            </a:r>
            <a:endParaRPr sz="1800" b="1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5" name="Google Shape;29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2175" y="2378049"/>
            <a:ext cx="3995516" cy="209765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3"/>
          <p:cNvSpPr txBox="1">
            <a:spLocks noGrp="1"/>
          </p:cNvSpPr>
          <p:nvPr>
            <p:ph type="title"/>
          </p:nvPr>
        </p:nvSpPr>
        <p:spPr>
          <a:xfrm>
            <a:off x="720000" y="609675"/>
            <a:ext cx="4294800" cy="572700"/>
          </a:xfrm>
          <a:prstGeom prst="rect">
            <a:avLst/>
          </a:prstGeom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" sz="2300" b="0">
                <a:latin typeface="Impact"/>
                <a:ea typeface="Impact"/>
                <a:cs typeface="Impact"/>
                <a:sym typeface="Impact"/>
              </a:rPr>
              <a:t>1.Задачи на програмата</a:t>
            </a:r>
            <a:endParaRPr sz="4400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01" name="Google Shape;301;p53"/>
          <p:cNvSpPr txBox="1">
            <a:spLocks noGrp="1"/>
          </p:cNvSpPr>
          <p:nvPr>
            <p:ph type="subTitle" idx="1"/>
          </p:nvPr>
        </p:nvSpPr>
        <p:spPr>
          <a:xfrm>
            <a:off x="720000" y="1294150"/>
            <a:ext cx="4294800" cy="26619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Програмата на C# изпълнява следните основни задачи: 	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•	Приемане на вход от потребителя или друг източник. 	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•	Обработка на информацията чрез изчисления, логика и алгоритми. 	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•	Извеждане на резултати към потребителя, файл или база данни. 	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•	Управление на данни, ресурси и взаимодействие с външни системи. </a:t>
            </a:r>
            <a:endParaRPr/>
          </a:p>
        </p:txBody>
      </p:sp>
      <p:cxnSp>
        <p:nvCxnSpPr>
          <p:cNvPr id="302" name="Google Shape;302;p53"/>
          <p:cNvCxnSpPr/>
          <p:nvPr/>
        </p:nvCxnSpPr>
        <p:spPr>
          <a:xfrm rot="-5400000" flipH="1">
            <a:off x="7117975" y="3582375"/>
            <a:ext cx="1644000" cy="6264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303" name="Google Shape;303;p53"/>
          <p:cNvCxnSpPr/>
          <p:nvPr/>
        </p:nvCxnSpPr>
        <p:spPr>
          <a:xfrm rot="10800000" flipH="1">
            <a:off x="5693075" y="1593750"/>
            <a:ext cx="3014100" cy="9318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54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5652" r="22331"/>
          <a:stretch/>
        </p:blipFill>
        <p:spPr>
          <a:xfrm>
            <a:off x="5086250" y="798550"/>
            <a:ext cx="3299999" cy="3546301"/>
          </a:xfrm>
          <a:prstGeom prst="rect">
            <a:avLst/>
          </a:prstGeom>
        </p:spPr>
      </p:pic>
      <p:cxnSp>
        <p:nvCxnSpPr>
          <p:cNvPr id="309" name="Google Shape;309;p54"/>
          <p:cNvCxnSpPr/>
          <p:nvPr/>
        </p:nvCxnSpPr>
        <p:spPr>
          <a:xfrm flipH="1">
            <a:off x="565325" y="4193725"/>
            <a:ext cx="2214600" cy="1482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10" name="Google Shape;310;p54"/>
          <p:cNvSpPr txBox="1"/>
          <p:nvPr/>
        </p:nvSpPr>
        <p:spPr>
          <a:xfrm>
            <a:off x="746450" y="515925"/>
            <a:ext cx="3000000" cy="76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 sz="1900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2.Организация на програмата</a:t>
            </a:r>
            <a:endParaRPr sz="1900">
              <a:solidFill>
                <a:srgbClr val="FFFF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1" name="Google Shape;311;p54"/>
          <p:cNvSpPr txBox="1"/>
          <p:nvPr/>
        </p:nvSpPr>
        <p:spPr>
          <a:xfrm>
            <a:off x="691550" y="1361175"/>
            <a:ext cx="4239300" cy="2555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Организацията на една C# програма включва: 	</a:t>
            </a:r>
            <a:endParaRPr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	Namespace (пространство от имена) – групира логически свързани класове. 	</a:t>
            </a:r>
            <a:endParaRPr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	Класове – основни структурни единици, съдържащи данни и методи. 	</a:t>
            </a:r>
            <a:endParaRPr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	Метод Main() – входната точка на изпълнение на програмата. 	</a:t>
            </a:r>
            <a:endParaRPr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	Методи и свойства – действия и състояния на обекти. 	</a:t>
            </a:r>
            <a:endParaRPr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	Библиотеки (using) – включват готова функционалност от .NET.</a:t>
            </a:r>
            <a:endParaRPr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5"/>
          <p:cNvSpPr/>
          <p:nvPr/>
        </p:nvSpPr>
        <p:spPr>
          <a:xfrm>
            <a:off x="1264400" y="728875"/>
            <a:ext cx="6945000" cy="3746700"/>
          </a:xfrm>
          <a:prstGeom prst="rect">
            <a:avLst/>
          </a:prstGeom>
          <a:solidFill>
            <a:srgbClr val="072C4E">
              <a:alpha val="86310"/>
            </a:srgbClr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55"/>
          <p:cNvSpPr txBox="1">
            <a:spLocks noGrp="1"/>
          </p:cNvSpPr>
          <p:nvPr>
            <p:ph type="subTitle" idx="1"/>
          </p:nvPr>
        </p:nvSpPr>
        <p:spPr>
          <a:xfrm>
            <a:off x="1393025" y="1838650"/>
            <a:ext cx="6644400" cy="23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За по-добра поддръжка и яснота: 	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•	Програмата се разделя на модули/класове според функциите им. 	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•	Използва се обектно-ориентиран подход (ООП) – капсулиране, наследяване и т.н. 	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•	Всеки клас има ясно предназначение (напр. клас за вход, клас за изчисления и т.н.).</a:t>
            </a:r>
            <a:endParaRPr/>
          </a:p>
        </p:txBody>
      </p:sp>
      <p:sp>
        <p:nvSpPr>
          <p:cNvPr id="318" name="Google Shape;318;p55"/>
          <p:cNvSpPr txBox="1"/>
          <p:nvPr/>
        </p:nvSpPr>
        <p:spPr>
          <a:xfrm>
            <a:off x="1393025" y="1097725"/>
            <a:ext cx="6644400" cy="5694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 sz="2500" b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Логическа организация на програмата</a:t>
            </a:r>
            <a:endParaRPr sz="2500" b="1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4. Етапи при създаване на програма</a:t>
            </a:r>
            <a:endParaRPr/>
          </a:p>
        </p:txBody>
      </p:sp>
      <p:cxnSp>
        <p:nvCxnSpPr>
          <p:cNvPr id="324" name="Google Shape;324;p56"/>
          <p:cNvCxnSpPr/>
          <p:nvPr/>
        </p:nvCxnSpPr>
        <p:spPr>
          <a:xfrm>
            <a:off x="6491425" y="1112025"/>
            <a:ext cx="2223600" cy="3252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25" name="Google Shape;325;p56"/>
          <p:cNvSpPr txBox="1"/>
          <p:nvPr/>
        </p:nvSpPr>
        <p:spPr>
          <a:xfrm>
            <a:off x="759600" y="1712450"/>
            <a:ext cx="76248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 b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	Анализ на проблема – каква задача трябва да реши програмата. 	</a:t>
            </a:r>
            <a:endParaRPr sz="1800" b="1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 b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	Проектиране – как ще се организира кодът, какви класове и методи ще има. 	</a:t>
            </a:r>
            <a:endParaRPr sz="1800" b="1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 b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	Имплементация (кодиране) – писане на самия C# код. 	</a:t>
            </a:r>
            <a:endParaRPr sz="1800" b="1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 b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	Тестване – проверка дали програмата работи правилно. 	</a:t>
            </a:r>
            <a:endParaRPr sz="1800" b="1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 b="1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	Поддръжка и развитие – корекции и добавяне на нова функционалност.</a:t>
            </a:r>
            <a:endParaRPr sz="1800" b="1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5. Примери за типични задачи в C# програми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31" name="Google Shape;331;p57"/>
          <p:cNvSpPr txBox="1"/>
          <p:nvPr/>
        </p:nvSpPr>
        <p:spPr>
          <a:xfrm>
            <a:off x="812300" y="1778275"/>
            <a:ext cx="3858937" cy="240062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 sz="16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	Калкулация на данни (напр. калкулатор) 	</a:t>
            </a:r>
            <a:endParaRPr sz="1600" b="1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 sz="16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	Обработка на файлове (напр. четене/писане на текст) 	</a:t>
            </a:r>
            <a:endParaRPr sz="1600" b="1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 sz="16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	Сортиране и търсене в масиви 	•	Въвеждане и валидиране на потребителски данни 	</a:t>
            </a:r>
            <a:endParaRPr sz="1600" b="1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 sz="16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	Работа с бази данни и уеб услуги.</a:t>
            </a:r>
            <a:endParaRPr sz="1600" b="1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2" name="Google Shape;33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1850" y="2234925"/>
            <a:ext cx="3750425" cy="23798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8"/>
          <p:cNvSpPr txBox="1"/>
          <p:nvPr/>
        </p:nvSpPr>
        <p:spPr>
          <a:xfrm>
            <a:off x="507150" y="4153775"/>
            <a:ext cx="8254800" cy="7134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" sz="3500" b="1">
                <a:solidFill>
                  <a:schemeClr val="accent6"/>
                </a:solidFill>
                <a:latin typeface="Proxima Nova"/>
                <a:ea typeface="Proxima Nova"/>
                <a:cs typeface="Proxima Nova"/>
                <a:sym typeface="Proxima Nova"/>
              </a:rPr>
              <a:t>БЛАГОДАРИМ ВИ ЗА ВНИМАНИЕТО! </a:t>
            </a:r>
            <a:endParaRPr sz="3500" b="1">
              <a:solidFill>
                <a:schemeClr val="accent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mputer Algorithm Lesson for College by Slidesgo">
  <a:themeElements>
    <a:clrScheme name="Simple Light">
      <a:dk1>
        <a:srgbClr val="FFFFFF"/>
      </a:dk1>
      <a:lt1>
        <a:srgbClr val="072C4E"/>
      </a:lt1>
      <a:dk2>
        <a:srgbClr val="FFE000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</Words>
  <Application>Microsoft Office PowerPoint</Application>
  <PresentationFormat>On-screen Show (16:9)</PresentationFormat>
  <Paragraphs>39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21" baseType="lpstr">
      <vt:lpstr>Impact</vt:lpstr>
      <vt:lpstr>Bebas Neue</vt:lpstr>
      <vt:lpstr>Arial</vt:lpstr>
      <vt:lpstr>Comfortaa</vt:lpstr>
      <vt:lpstr>PT Sans</vt:lpstr>
      <vt:lpstr>Nunito Light</vt:lpstr>
      <vt:lpstr>Proxima Nova</vt:lpstr>
      <vt:lpstr>Times New Roman</vt:lpstr>
      <vt:lpstr>Comfortaa Medium</vt:lpstr>
      <vt:lpstr>Lato</vt:lpstr>
      <vt:lpstr>Simple Light</vt:lpstr>
      <vt:lpstr>Computer Algorithm Lesson for College by Slidesgo</vt:lpstr>
      <vt:lpstr>Slidesgo Final Pages</vt:lpstr>
      <vt:lpstr>Задачи и организация </vt:lpstr>
      <vt:lpstr>Съдържание на презентацията</vt:lpstr>
      <vt:lpstr>1.Задачи на програмата</vt:lpstr>
      <vt:lpstr>PowerPoint Presentation</vt:lpstr>
      <vt:lpstr>PowerPoint Presentation</vt:lpstr>
      <vt:lpstr>4. Етапи при създаване на програма</vt:lpstr>
      <vt:lpstr>5. Примери за типични задачи в C# програми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Tulin Tahir</cp:lastModifiedBy>
  <cp:revision>1</cp:revision>
  <dcterms:modified xsi:type="dcterms:W3CDTF">2025-07-07T19:30:39Z</dcterms:modified>
</cp:coreProperties>
</file>